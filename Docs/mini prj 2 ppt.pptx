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0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22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62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6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27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303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44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15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777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065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4214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8265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6919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305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576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078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AFC1D-20CB-4813-A367-CFC4E09EF8B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BE90C36-AB40-4527-9CBA-DAA42C3A6A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44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F4B3E-80DC-9791-B89F-37959C3A7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632" y="2147313"/>
            <a:ext cx="9352548" cy="1319708"/>
          </a:xfrm>
        </p:spPr>
        <p:txBody>
          <a:bodyPr/>
          <a:lstStyle/>
          <a:p>
            <a:r>
              <a:rPr lang="en-IN" dirty="0"/>
              <a:t>Digital Content Safety Filter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4793D-8203-BEBC-47C9-084D97442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653" y="4050833"/>
            <a:ext cx="8263350" cy="2478304"/>
          </a:xfrm>
        </p:spPr>
        <p:txBody>
          <a:bodyPr>
            <a:normAutofit/>
          </a:bodyPr>
          <a:lstStyle/>
          <a:p>
            <a:r>
              <a:rPr lang="en-US" sz="2800" b="1" dirty="0"/>
              <a:t>SDG 16 – Peace, Justice and Strong Institutions</a:t>
            </a:r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Domain: AI/ML with Generative AI</a:t>
            </a:r>
            <a:endParaRPr lang="en-IN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96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8334-4DE8-3AFF-EDA0-88795C40E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DADAA-1B52-B74F-7280-A477A038F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• The internet contains large amounts of digital content such as images and videos. </a:t>
            </a:r>
          </a:p>
          <a:p>
            <a:r>
              <a:rPr lang="en-US" sz="2400" dirty="0"/>
              <a:t>• Some content may be harmful, unsafe, or inappropriate. </a:t>
            </a:r>
          </a:p>
          <a:p>
            <a:r>
              <a:rPr lang="en-US" sz="2400" dirty="0"/>
              <a:t>• Platforms need automated systems to detect such content. </a:t>
            </a:r>
          </a:p>
          <a:p>
            <a:r>
              <a:rPr lang="en-US" sz="2400" dirty="0"/>
              <a:t>• This project focuses on building a machine learning classification model to filter unsafe visual content.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55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3E783-923D-2D96-9CB1-72DBF1F4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16884-765B-8E8F-0658-0D2770CA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• Social media platforms face challenges in monitoring harmful visual content. </a:t>
            </a:r>
          </a:p>
          <a:p>
            <a:r>
              <a:rPr lang="en-US" sz="2400" dirty="0"/>
              <a:t>• Manual filtering is slow and inefficient. </a:t>
            </a:r>
          </a:p>
          <a:p>
            <a:r>
              <a:rPr lang="en-US" sz="2400" dirty="0"/>
              <a:t>• There is a need for an automated AI-based content safety system.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3202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6551-FC5C-3146-72FD-39B645B77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1D16A-F7C2-B447-D148-0EBB25CF7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• To build a classification model that analyses visual data. </a:t>
            </a:r>
          </a:p>
          <a:p>
            <a:r>
              <a:rPr lang="en-US" sz="2400" dirty="0"/>
              <a:t>• To detect harmful or unsafe digital content. </a:t>
            </a:r>
          </a:p>
          <a:p>
            <a:r>
              <a:rPr lang="en-US" sz="2400" dirty="0"/>
              <a:t>• To evaluate the model using a confusion matrix. </a:t>
            </a:r>
          </a:p>
          <a:p>
            <a:r>
              <a:rPr lang="en-US" sz="2400" dirty="0"/>
              <a:t>• To achieve baseline accuracy of 0.97 before deployment.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98790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FACA3-4F2B-7C4D-F0B6-E4D9CE5D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2FA21-935A-65E2-A40B-1A71E2A97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• Visual dataset containing different types of images. </a:t>
            </a:r>
          </a:p>
          <a:p>
            <a:r>
              <a:rPr lang="en-IN" sz="2400" dirty="0"/>
              <a:t>• Categories:</a:t>
            </a:r>
          </a:p>
          <a:p>
            <a:pPr marL="0" indent="0">
              <a:buNone/>
            </a:pPr>
            <a:r>
              <a:rPr lang="en-IN" sz="2400" dirty="0"/>
              <a:t>               o Safe Content </a:t>
            </a:r>
          </a:p>
          <a:p>
            <a:pPr marL="0" indent="0">
              <a:buNone/>
            </a:pPr>
            <a:r>
              <a:rPr lang="en-IN" sz="2400" dirty="0"/>
              <a:t>		     o Harmful/Unsafe Content </a:t>
            </a:r>
          </a:p>
          <a:p>
            <a:r>
              <a:rPr lang="en-IN" sz="2400" dirty="0"/>
              <a:t>• Dataset is split into:</a:t>
            </a:r>
          </a:p>
          <a:p>
            <a:pPr marL="0" indent="0">
              <a:buNone/>
            </a:pPr>
            <a:r>
              <a:rPr lang="en-IN" sz="2400" dirty="0"/>
              <a:t>		    o Training data </a:t>
            </a:r>
          </a:p>
          <a:p>
            <a:pPr marL="0" indent="0">
              <a:buNone/>
            </a:pPr>
            <a:r>
              <a:rPr lang="en-IN" sz="2400" dirty="0"/>
              <a:t>		    o Validation data </a:t>
            </a:r>
          </a:p>
          <a:p>
            <a:pPr marL="0" indent="0">
              <a:buNone/>
            </a:pPr>
            <a:r>
              <a:rPr lang="en-IN" sz="2400" dirty="0"/>
              <a:t>		    o Testing data</a:t>
            </a:r>
          </a:p>
        </p:txBody>
      </p:sp>
    </p:spTree>
    <p:extLst>
      <p:ext uri="{BB962C8B-B14F-4D97-AF65-F5344CB8AC3E}">
        <p14:creationId xmlns:p14="http://schemas.microsoft.com/office/powerpoint/2010/main" val="2295339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5A009-6CD5-3D4E-C63A-3EC34958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3B8E5-BE71-0876-D05C-D9A8B4C48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4421"/>
            <a:ext cx="8596668" cy="43569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Steps followed: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 1. Data Collection </a:t>
            </a:r>
          </a:p>
          <a:p>
            <a:r>
              <a:rPr lang="en-US" sz="2400" dirty="0"/>
              <a:t>2. Data Preprocessing </a:t>
            </a:r>
          </a:p>
          <a:p>
            <a:r>
              <a:rPr lang="en-US" sz="2400" dirty="0"/>
              <a:t>3. Model Selection </a:t>
            </a:r>
          </a:p>
          <a:p>
            <a:r>
              <a:rPr lang="en-US" sz="2400" dirty="0"/>
              <a:t>4. Model Training </a:t>
            </a:r>
          </a:p>
          <a:p>
            <a:r>
              <a:rPr lang="en-US" sz="2400" dirty="0"/>
              <a:t>5. Model Evaluation </a:t>
            </a:r>
          </a:p>
          <a:p>
            <a:r>
              <a:rPr lang="en-US" sz="2400" dirty="0"/>
              <a:t>6. Fine Tuning </a:t>
            </a:r>
          </a:p>
          <a:p>
            <a:r>
              <a:rPr lang="en-US" sz="2400" dirty="0"/>
              <a:t>7. Deployment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08007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882A4-81C9-DFC7-F119-1358C8497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3BCF9-8E80-8A3F-8FFC-FBBC42502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04" y="1556085"/>
            <a:ext cx="8471897" cy="50853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Model performance is evaluated using: </a:t>
            </a:r>
          </a:p>
          <a:p>
            <a:r>
              <a:rPr lang="en-IN" sz="2400" dirty="0"/>
              <a:t>• Accuracy </a:t>
            </a:r>
          </a:p>
          <a:p>
            <a:r>
              <a:rPr lang="en-IN" sz="2400" dirty="0"/>
              <a:t>• Precision </a:t>
            </a:r>
          </a:p>
          <a:p>
            <a:r>
              <a:rPr lang="en-IN" sz="2400" dirty="0"/>
              <a:t>• Recall </a:t>
            </a:r>
          </a:p>
          <a:p>
            <a:r>
              <a:rPr lang="en-IN" sz="2400" dirty="0"/>
              <a:t>• F1 Score 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b="1" dirty="0"/>
              <a:t>Confusion Matrix Confusion matrix helps understand:</a:t>
            </a:r>
          </a:p>
          <a:p>
            <a:r>
              <a:rPr lang="en-IN" sz="2400" dirty="0"/>
              <a:t> • True Positive </a:t>
            </a:r>
          </a:p>
          <a:p>
            <a:r>
              <a:rPr lang="en-IN" sz="2400" dirty="0"/>
              <a:t>• False Positive </a:t>
            </a:r>
          </a:p>
          <a:p>
            <a:r>
              <a:rPr lang="en-IN" sz="2400" dirty="0"/>
              <a:t>• True Negative </a:t>
            </a:r>
          </a:p>
          <a:p>
            <a:r>
              <a:rPr lang="en-IN" sz="2400" dirty="0"/>
              <a:t>• False Negative </a:t>
            </a:r>
          </a:p>
        </p:txBody>
      </p:sp>
    </p:spTree>
    <p:extLst>
      <p:ext uri="{BB962C8B-B14F-4D97-AF65-F5344CB8AC3E}">
        <p14:creationId xmlns:p14="http://schemas.microsoft.com/office/powerpoint/2010/main" val="1686577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24AC-AAE0-E741-87CF-0A29201E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2BD9-A82E-EA10-6A88-C2D24ED8C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• Model achieved 97% validation accuracy </a:t>
            </a:r>
          </a:p>
          <a:p>
            <a:r>
              <a:rPr lang="en-US" sz="2400" dirty="0"/>
              <a:t>• Successfully classified harmful and safe images </a:t>
            </a:r>
          </a:p>
          <a:p>
            <a:r>
              <a:rPr lang="en-US" sz="2400" dirty="0"/>
              <a:t>• Reduced manual monitoring effort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79439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8EBF-E2EE-EDC8-6E3B-ECC8DE02F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EEF5B-9F11-E4C1-58F3-EEE3DBBBD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• Social media platforms </a:t>
            </a:r>
          </a:p>
          <a:p>
            <a:r>
              <a:rPr lang="en-US" sz="2400" dirty="0"/>
              <a:t>• Content moderation systems </a:t>
            </a:r>
          </a:p>
          <a:p>
            <a:r>
              <a:rPr lang="en-US" sz="2400" dirty="0"/>
              <a:t>• Online safety tools </a:t>
            </a:r>
          </a:p>
          <a:p>
            <a:r>
              <a:rPr lang="en-US" sz="2400" dirty="0"/>
              <a:t>• Digital platform regulation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71826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DD-AF1D-2587-D753-064F7061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29FBA-3718-0564-5145-A1F98539F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• AI-based systems can help filter harmful digital content. </a:t>
            </a:r>
          </a:p>
          <a:p>
            <a:r>
              <a:rPr lang="en-US" sz="2400" dirty="0"/>
              <a:t>• The model successfully classifies visual data. </a:t>
            </a:r>
          </a:p>
          <a:p>
            <a:r>
              <a:rPr lang="en-US" sz="2400" dirty="0"/>
              <a:t>• Achieved high accuracy through fine tuning. </a:t>
            </a:r>
          </a:p>
          <a:p>
            <a:r>
              <a:rPr lang="en-US" sz="2400" dirty="0"/>
              <a:t>• Supports safer online environments.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09847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02E4-8191-4943-4084-490A92AD5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F603E-1057-C2D2-8254-68195F8B9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• Improve dataset diversity </a:t>
            </a:r>
          </a:p>
          <a:p>
            <a:r>
              <a:rPr lang="en-US" sz="2400" dirty="0"/>
              <a:t>• Real-time detection </a:t>
            </a:r>
          </a:p>
          <a:p>
            <a:r>
              <a:rPr lang="en-US" sz="2400" dirty="0"/>
              <a:t>• Video content analysis </a:t>
            </a:r>
          </a:p>
          <a:p>
            <a:r>
              <a:rPr lang="en-US" sz="2400" dirty="0"/>
              <a:t>• Integration with social media platforms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417780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360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Digital Content Safety Filter</vt:lpstr>
      <vt:lpstr>Introduction</vt:lpstr>
      <vt:lpstr>Problem Statement</vt:lpstr>
      <vt:lpstr>Objective</vt:lpstr>
      <vt:lpstr>Dataset</vt:lpstr>
      <vt:lpstr>Methodology</vt:lpstr>
      <vt:lpstr>Evaluation Metrics</vt:lpstr>
      <vt:lpstr>Results</vt:lpstr>
      <vt:lpstr>Applications</vt:lpstr>
      <vt:lpstr>Conclusion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Awaiz Khan</dc:creator>
  <cp:lastModifiedBy>Awaiz Khan</cp:lastModifiedBy>
  <cp:revision>1</cp:revision>
  <dcterms:created xsi:type="dcterms:W3CDTF">2026-03-09T08:53:56Z</dcterms:created>
  <dcterms:modified xsi:type="dcterms:W3CDTF">2026-03-09T09:21:02Z</dcterms:modified>
</cp:coreProperties>
</file>